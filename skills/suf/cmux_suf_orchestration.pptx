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cmux orchestrate --agents codex,claude,pi,antigravity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이기종 LLM 에이전트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24231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메시지 전달 </a:t>
            </a:r>
            <a:pPr indent="0" marL="0">
              <a:buNone/>
            </a:pPr>
            <a:r>
              <a:rPr lang="en-US" sz="4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오케스트레이션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41248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Heterogeneous Agent-to-Agent Collaboration  ·  cmux + suf v5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25196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4128" y="4498848"/>
            <a:ext cx="146304" cy="146304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4251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63240" y="425196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64408" y="4498848"/>
            <a:ext cx="146304" cy="14630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4251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303520" y="425196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BC8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4688" y="4498848"/>
            <a:ext cx="146304" cy="146304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5" name="Text 13"/>
          <p:cNvSpPr/>
          <p:nvPr/>
        </p:nvSpPr>
        <p:spPr>
          <a:xfrm>
            <a:off x="5715000" y="4251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43800" y="425196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44968" y="4498848"/>
            <a:ext cx="146304" cy="146304"/>
          </a:xfrm>
          <a:prstGeom prst="ellipse">
            <a:avLst/>
          </a:prstGeom>
          <a:solidFill>
            <a:srgbClr val="D29922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0" y="4251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Antigravity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1248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agent-to-agent message passing over cmux sidecars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0" y="6309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7-slide overview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EVOLVING DEV CULTURE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변화하는 개발 문화 — 횡적 분할에서 종적 분할로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orchestration 의 발전으로, 역할(기능)별로 가로로 쪼개 순차 전달하던 일이 사람+에이전트가 기능을 세로로 통째 소유하는 형태로 이동한다.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4572000" cy="40690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과거 · 횡적 분할 </a:t>
            </a:r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(Horizontal)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2670048"/>
            <a:ext cx="310896" cy="310896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78992" y="2606040"/>
            <a:ext cx="3840480" cy="42062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0" name="Text 8"/>
          <p:cNvSpPr/>
          <p:nvPr/>
        </p:nvSpPr>
        <p:spPr>
          <a:xfrm>
            <a:off x="1078992" y="260604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200400"/>
            <a:ext cx="310896" cy="310896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78992" y="3136392"/>
            <a:ext cx="3840480" cy="420624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3136392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3730752"/>
            <a:ext cx="310896" cy="310896"/>
          </a:xfrm>
          <a:prstGeom prst="ellipse">
            <a:avLst/>
          </a:prstGeom>
          <a:solidFill>
            <a:srgbClr val="D29922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730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78992" y="3666744"/>
            <a:ext cx="3840480" cy="420624"/>
          </a:xfrm>
          <a:prstGeom prst="rect">
            <a:avLst/>
          </a:prstGeom>
          <a:solidFill>
            <a:srgbClr val="D29922"/>
          </a:solidFill>
          <a:ln/>
        </p:spPr>
      </p:sp>
      <p:sp>
        <p:nvSpPr>
          <p:cNvPr id="18" name="Text 16"/>
          <p:cNvSpPr/>
          <p:nvPr/>
        </p:nvSpPr>
        <p:spPr>
          <a:xfrm>
            <a:off x="1078992" y="366674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퍼블리싱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8368" y="4261104"/>
            <a:ext cx="310896" cy="310896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78992" y="4197096"/>
            <a:ext cx="3840480" cy="420624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1078992" y="419709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8368" y="4791456"/>
            <a:ext cx="310896" cy="310896"/>
          </a:xfrm>
          <a:prstGeom prst="ellipse">
            <a:avLst/>
          </a:prstGeom>
          <a:solidFill>
            <a:srgbClr val="F778BA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4791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78992" y="4727448"/>
            <a:ext cx="3840480" cy="420624"/>
          </a:xfrm>
          <a:prstGeom prst="rect">
            <a:avLst/>
          </a:prstGeom>
          <a:solidFill>
            <a:srgbClr val="F778BA"/>
          </a:solidFill>
          <a:ln/>
        </p:spPr>
      </p:sp>
      <p:sp>
        <p:nvSpPr>
          <p:cNvPr id="26" name="Text 24"/>
          <p:cNvSpPr/>
          <p:nvPr/>
        </p:nvSpPr>
        <p:spPr>
          <a:xfrm>
            <a:off x="1078992" y="472744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8368" y="5321808"/>
            <a:ext cx="310896" cy="310896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5321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78992" y="5257800"/>
            <a:ext cx="3840480" cy="420624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30" name="Text 28"/>
          <p:cNvSpPr/>
          <p:nvPr/>
        </p:nvSpPr>
        <p:spPr>
          <a:xfrm>
            <a:off x="1078992" y="52578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5800" y="56235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기능별 전문화 · 순차적 핸드오프 · 역할 간 경계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74920" y="33832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212080" y="4160520"/>
            <a:ext cx="1508760" cy="0"/>
          </a:xfrm>
          <a:prstGeom prst="line">
            <a:avLst/>
          </a:prstGeom>
          <a:noFill/>
          <a:ln w="44450">
            <a:solidFill>
              <a:srgbClr val="3FB95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903720" y="2011680"/>
            <a:ext cx="4736592" cy="40690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86600" y="21031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· 종적 분할 </a:t>
            </a:r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(Vertical)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114032" y="2606040"/>
            <a:ext cx="1371600" cy="457200"/>
          </a:xfrm>
          <a:prstGeom prst="rect">
            <a:avLst/>
          </a:prstGeom>
          <a:solidFill>
            <a:srgbClr val="1C2128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23760" y="2770632"/>
            <a:ext cx="128016" cy="128016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38" name="Text 36"/>
          <p:cNvSpPr/>
          <p:nvPr/>
        </p:nvSpPr>
        <p:spPr>
          <a:xfrm>
            <a:off x="7388352" y="260604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· claude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114032" y="3200400"/>
            <a:ext cx="1371600" cy="365760"/>
          </a:xfrm>
          <a:prstGeom prst="rect">
            <a:avLst/>
          </a:prstGeom>
          <a:solidFill>
            <a:srgbClr val="58A6FF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14032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114032" y="3611880"/>
            <a:ext cx="1371600" cy="365760"/>
          </a:xfrm>
          <a:prstGeom prst="rect">
            <a:avLst/>
          </a:prstGeom>
          <a:solidFill>
            <a:srgbClr val="BC8CFF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14032" y="3611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7114032" y="4023360"/>
            <a:ext cx="1371600" cy="365760"/>
          </a:xfrm>
          <a:prstGeom prst="rect">
            <a:avLst/>
          </a:prstGeom>
          <a:solidFill>
            <a:srgbClr val="D29922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14032" y="4023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퍼블리싱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114032" y="4434840"/>
            <a:ext cx="1371600" cy="365760"/>
          </a:xfrm>
          <a:prstGeom prst="rect">
            <a:avLst/>
          </a:prstGeom>
          <a:solidFill>
            <a:srgbClr val="3FB950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14032" y="4434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114032" y="4846320"/>
            <a:ext cx="1371600" cy="365760"/>
          </a:xfrm>
          <a:prstGeom prst="rect">
            <a:avLst/>
          </a:prstGeom>
          <a:solidFill>
            <a:srgbClr val="F778BA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14032" y="4846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114032" y="5257800"/>
            <a:ext cx="1371600" cy="365760"/>
          </a:xfrm>
          <a:prstGeom prst="rect">
            <a:avLst/>
          </a:prstGeom>
          <a:solidFill>
            <a:srgbClr val="FF7B72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14032" y="5257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8650224" y="2606040"/>
            <a:ext cx="1371600" cy="457200"/>
          </a:xfrm>
          <a:prstGeom prst="rect">
            <a:avLst/>
          </a:prstGeom>
          <a:solidFill>
            <a:srgbClr val="1C2128"/>
          </a:solidFill>
          <a:ln w="19050">
            <a:solidFill>
              <a:srgbClr val="BC8C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759952" y="2770632"/>
            <a:ext cx="128016" cy="128016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53" name="Text 51"/>
          <p:cNvSpPr/>
          <p:nvPr/>
        </p:nvSpPr>
        <p:spPr>
          <a:xfrm>
            <a:off x="8924544" y="260604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· pi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8650224" y="3200400"/>
            <a:ext cx="1371600" cy="365760"/>
          </a:xfrm>
          <a:prstGeom prst="rect">
            <a:avLst/>
          </a:prstGeom>
          <a:solidFill>
            <a:srgbClr val="58A6FF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650224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650224" y="3611880"/>
            <a:ext cx="1371600" cy="365760"/>
          </a:xfrm>
          <a:prstGeom prst="rect">
            <a:avLst/>
          </a:prstGeom>
          <a:solidFill>
            <a:srgbClr val="BC8CFF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650224" y="3611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650224" y="4023360"/>
            <a:ext cx="1371600" cy="365760"/>
          </a:xfrm>
          <a:prstGeom prst="rect">
            <a:avLst/>
          </a:prstGeom>
          <a:solidFill>
            <a:srgbClr val="D29922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650224" y="4023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퍼블리싱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650224" y="4434840"/>
            <a:ext cx="1371600" cy="365760"/>
          </a:xfrm>
          <a:prstGeom prst="rect">
            <a:avLst/>
          </a:prstGeom>
          <a:solidFill>
            <a:srgbClr val="3FB950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650224" y="4434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8650224" y="4846320"/>
            <a:ext cx="1371600" cy="365760"/>
          </a:xfrm>
          <a:prstGeom prst="rect">
            <a:avLst/>
          </a:prstGeom>
          <a:solidFill>
            <a:srgbClr val="F778BA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650224" y="4846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8650224" y="5257800"/>
            <a:ext cx="1371600" cy="365760"/>
          </a:xfrm>
          <a:prstGeom prst="rect">
            <a:avLst/>
          </a:prstGeom>
          <a:solidFill>
            <a:srgbClr val="FF7B72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650224" y="5257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10186416" y="2606040"/>
            <a:ext cx="1371600" cy="457200"/>
          </a:xfrm>
          <a:prstGeom prst="rect">
            <a:avLst/>
          </a:prstGeom>
          <a:solidFill>
            <a:srgbClr val="1C2128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296144" y="2770632"/>
            <a:ext cx="128016" cy="128016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68" name="Text 66"/>
          <p:cNvSpPr/>
          <p:nvPr/>
        </p:nvSpPr>
        <p:spPr>
          <a:xfrm>
            <a:off x="10460736" y="260604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· codex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10186416" y="3200400"/>
            <a:ext cx="1371600" cy="365760"/>
          </a:xfrm>
          <a:prstGeom prst="rect">
            <a:avLst/>
          </a:prstGeom>
          <a:solidFill>
            <a:srgbClr val="58A6FF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186416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10186416" y="3611880"/>
            <a:ext cx="1371600" cy="365760"/>
          </a:xfrm>
          <a:prstGeom prst="rect">
            <a:avLst/>
          </a:prstGeom>
          <a:solidFill>
            <a:srgbClr val="BC8CFF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186416" y="3611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10186416" y="4023360"/>
            <a:ext cx="1371600" cy="365760"/>
          </a:xfrm>
          <a:prstGeom prst="rect">
            <a:avLst/>
          </a:prstGeom>
          <a:solidFill>
            <a:srgbClr val="D29922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186416" y="4023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퍼블리싱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0186416" y="4434840"/>
            <a:ext cx="1371600" cy="365760"/>
          </a:xfrm>
          <a:prstGeom prst="rect">
            <a:avLst/>
          </a:prstGeom>
          <a:solidFill>
            <a:srgbClr val="3FB950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186416" y="4434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10186416" y="4846320"/>
            <a:ext cx="1371600" cy="365760"/>
          </a:xfrm>
          <a:prstGeom prst="rect">
            <a:avLst/>
          </a:prstGeom>
          <a:solidFill>
            <a:srgbClr val="F778BA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186416" y="4846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10186416" y="5257800"/>
            <a:ext cx="1371600" cy="365760"/>
          </a:xfrm>
          <a:prstGeom prst="rect">
            <a:avLst/>
          </a:prstGeom>
          <a:solidFill>
            <a:srgbClr val="FF7B72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186416" y="5257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7086600" y="5623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+ agent 들이 기능을 end-to-end 소유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 </a:t>
            </a:r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경계(가로)로 나누던 일이 → 사람+에이전트가 기능(세로)을 통째로 책임지는 구조로 이동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IS CMUX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cmux — AI 코딩 에이전트를 위한 네이티브 macOS 터미널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4008" cy="8686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멀티 에이전트 오케스트레이션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agent 가 cmux new-split / send / read-screen 로 다른 pane 을 직접 제어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907792"/>
            <a:ext cx="64008" cy="8686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86207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에이전트 인식 상태 표시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3227832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pane 의 컬러 보더로 상태 표시 — 작업중(무색) / 완료(녹색) / 에러(적색)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986784"/>
            <a:ext cx="64008" cy="86868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94106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내장 브라우저 pane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77240" y="4306824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터미널 안의 브라우저로 검색·링크 클릭 후 결과를 코딩 흐름으로 회수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5065776"/>
            <a:ext cx="64008" cy="868680"/>
          </a:xfrm>
          <a:prstGeom prst="rect">
            <a:avLst/>
          </a:prstGeom>
          <a:solidFill>
            <a:srgbClr val="D29922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02005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/ Socket API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7240" y="5385816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셸 명령을 실행할 수 있는 어떤 에이전트든 오케스트레이션 가능 (Claude Code·Codex·Cursor 등)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1783080"/>
            <a:ext cx="4572000" cy="416052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0880" y="1783080"/>
            <a:ext cx="4572000" cy="384048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8" name="Shape 16"/>
          <p:cNvSpPr/>
          <p:nvPr/>
        </p:nvSpPr>
        <p:spPr>
          <a:xfrm>
            <a:off x="7205472" y="1920240"/>
            <a:ext cx="118872" cy="118872"/>
          </a:xfrm>
          <a:prstGeom prst="ellipse">
            <a:avLst/>
          </a:prstGeom>
          <a:solidFill>
            <a:srgbClr val="F85149"/>
          </a:solidFill>
          <a:ln/>
        </p:spPr>
      </p:sp>
      <p:sp>
        <p:nvSpPr>
          <p:cNvPr id="19" name="Shape 17"/>
          <p:cNvSpPr/>
          <p:nvPr/>
        </p:nvSpPr>
        <p:spPr>
          <a:xfrm>
            <a:off x="7406640" y="1920240"/>
            <a:ext cx="118872" cy="118872"/>
          </a:xfrm>
          <a:prstGeom prst="ellipse">
            <a:avLst/>
          </a:prstGeom>
          <a:solidFill>
            <a:srgbClr val="D29922"/>
          </a:solidFill>
          <a:ln/>
        </p:spPr>
      </p:sp>
      <p:sp>
        <p:nvSpPr>
          <p:cNvPr id="20" name="Shape 18"/>
          <p:cNvSpPr/>
          <p:nvPr/>
        </p:nvSpPr>
        <p:spPr>
          <a:xfrm>
            <a:off x="7607808" y="1920240"/>
            <a:ext cx="118872" cy="118872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1" name="Text 19"/>
          <p:cNvSpPr/>
          <p:nvPr/>
        </p:nvSpPr>
        <p:spPr>
          <a:xfrm>
            <a:off x="7909560" y="17830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cmux — workspace:1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269480" y="2331720"/>
            <a:ext cx="4114800" cy="1417320"/>
          </a:xfrm>
          <a:prstGeom prst="rect">
            <a:avLst/>
          </a:prstGeom>
          <a:solidFill>
            <a:srgbClr val="010409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52360" y="246888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cmux new-split right</a:t>
            </a:r>
            <a:endParaRPr lang="en-US" sz="11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cmux send  --surface ...</a:t>
            </a:r>
            <a:endParaRPr lang="en-US" sz="11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cmux read-screen</a:t>
            </a:r>
            <a:endParaRPr lang="en-US" sz="11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한 primary 가 여러 pane 지휘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269480" y="3931920"/>
            <a:ext cx="4114800" cy="438912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52360" y="393192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surface:6  building…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269480" y="4480560"/>
            <a:ext cx="4114800" cy="438912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52360" y="448056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surface:9  ● done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269480" y="5029200"/>
            <a:ext cx="4114800" cy="438912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52360" y="50292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surface:11 ● error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cmux.com · GitHub manaflow-ai/cmux · Manaflow (YC) — 2개월 만에 10k★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 SUF SKILL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 v5 — cmux sidecar 간 agent-to-agent 통신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cmux send 로 다른 surface 에 짧은 prompt 를 던지고, per-job FIFO 로 응답을 직접 회수하는 규율화된 통신 레이어.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474720" cy="137160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40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응답 채널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read-screen 폴링 대신 per-job FIFO blocking read — kernel pipe 직통, ANSI noise 0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61104" y="2103120"/>
            <a:ext cx="3474720" cy="137160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9704" y="2240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discipline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89704" y="26517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500자 / 응답 4KB / timeout 30s / auto-cap 문구 — 토큰 폭주 방지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973568" y="2103120"/>
            <a:ext cx="3474720" cy="1371600"/>
          </a:xfrm>
          <a:prstGeom prst="rect">
            <a:avLst/>
          </a:prstGeom>
          <a:solidFill>
            <a:srgbClr val="161B22"/>
          </a:solidFill>
          <a:ln w="19050">
            <a:solidFill>
              <a:srgbClr val="BC8C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02168" y="2240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 자동 감지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02168" y="26517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매칭으로 LLM(claude·codex·pi…) vs worker(shell) 자동 구분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394960" cy="233172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886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쓰는 경우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42976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surface 의 짧은 ack / 상태 한 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단일 shell command 위임 (worker mode)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yes/no 결정 위임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3749040"/>
            <a:ext cx="5394960" cy="2331720"/>
          </a:xfrm>
          <a:prstGeom prst="rect">
            <a:avLst/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3886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쓰지 않는 경우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37960" y="42976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리포트·분석·수천 단어 — sidecar 토큰 폭주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긴 코드 / 문서 / 설계 위임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큰 작업이면 parent(self) 가 직접 처리가 더 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3093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API: suf_ask (동기) · suf_send + suf_collect (비동기) · suf_tail · suf_cancel · suf_other_surfaces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SETUP · ASSIGN TITLES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 예시 — backend·frontend pane 에 title 부여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sidecar 를 띄우고 각 surface 에 의미 있는 title 을 붙이면, 번호(surface:N) 대신 역할 이름으로 지목할 수 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49240" cy="274320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48840"/>
            <a:ext cx="5349240" cy="384048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2286000"/>
            <a:ext cx="118872" cy="118872"/>
          </a:xfrm>
          <a:prstGeom prst="ellipse">
            <a:avLst/>
          </a:prstGeom>
          <a:solidFill>
            <a:srgbClr val="F85149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2286000"/>
            <a:ext cx="118872" cy="118872"/>
          </a:xfrm>
          <a:prstGeom prst="ellipse">
            <a:avLst/>
          </a:prstGeom>
          <a:solidFill>
            <a:srgbClr val="D29922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" y="2286000"/>
            <a:ext cx="118872" cy="118872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21488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title: "backend"   ·   surface:9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2697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3200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sidecar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36118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역할: API·DB·서버 로직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auto-detect → llm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suf_ask 로 ack·조회 위임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2148840"/>
            <a:ext cx="5349240" cy="2743200"/>
          </a:xfrm>
          <a:prstGeom prst="rect">
            <a:avLst/>
          </a:prstGeom>
          <a:solidFill>
            <a:srgbClr val="161B22"/>
          </a:solidFill>
          <a:ln w="19050">
            <a:solidFill>
              <a:srgbClr val="BC8C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2148840"/>
            <a:ext cx="5349240" cy="384048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73952" y="2286000"/>
            <a:ext cx="118872" cy="118872"/>
          </a:xfrm>
          <a:prstGeom prst="ellipse">
            <a:avLst/>
          </a:prstGeom>
          <a:solidFill>
            <a:srgbClr val="F85149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0" y="2286000"/>
            <a:ext cx="118872" cy="118872"/>
          </a:xfrm>
          <a:prstGeom prst="ellipse">
            <a:avLst/>
          </a:prstGeom>
          <a:solidFill>
            <a:srgbClr val="D29922"/>
          </a:solidFill>
          <a:ln/>
        </p:spPr>
      </p:sp>
      <p:sp>
        <p:nvSpPr>
          <p:cNvPr id="18" name="Shape 16"/>
          <p:cNvSpPr/>
          <p:nvPr/>
        </p:nvSpPr>
        <p:spPr>
          <a:xfrm>
            <a:off x="6876288" y="2286000"/>
            <a:ext cx="118872" cy="118872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7178040" y="21488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title: "frontend"  ·   surface:11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37960" y="2697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37960" y="3200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sidecar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29400" y="36118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역할: UI·컴포넌트·스타일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auto-detect → llm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workspace 안에서만 통신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11091672" cy="1280160"/>
          </a:xfrm>
          <a:prstGeom prst="rect">
            <a:avLst/>
          </a:prstGeom>
          <a:solidFill>
            <a:srgbClr val="010409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525780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cmux pane 에 title 부여 (각 surface 의 탭 이름)</a:t>
            </a:r>
            <a:endParaRPr lang="en-US" sz="12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cmux set-title --surface surface:9  "backend"</a:t>
            </a:r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# claude code</a:t>
            </a:r>
            <a:endParaRPr lang="en-US" sz="12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cmux set-title --surface surface:11 "frontend"</a:t>
            </a:r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pi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COLLABORATE · SUF_BY_TITLE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suf_by_title 로 역할 이름 기반 협업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 원리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1783080"/>
          </a:xfrm>
          <a:prstGeom prst="rect">
            <a:avLst/>
          </a:prstGeom>
          <a:solidFill>
            <a:srgbClr val="010409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120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suf_by_title &lt;title&gt; &lt;prompt&gt;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 cmux tree --all | grep "&lt;title&gt;"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 → surface:N 추출 (첫 매치)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└─ suf_ask surface:N &lt;prompt&gt;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→ surface 해석 후 suf_ask 에 위임. 다중 매치 시 첫 번째. 없으면 RC=6.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오케스트레이터 (self)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5330952" cy="2377440"/>
          </a:xfrm>
          <a:prstGeom prst="rect">
            <a:avLst/>
          </a:prstGeom>
          <a:solidFill>
            <a:srgbClr val="010409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965960"/>
            <a:ext cx="496519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suf-v5-lib.sh</a:t>
            </a:r>
            <a:endParaRPr lang="en-US" sz="1100" dirty="0"/>
          </a:p>
          <a:p>
            <a:pPr algn="l" indent="0" marL="0">
              <a:lnSpc>
                <a:spcPct val="118000"/>
              </a:lnSpc>
              <a:buNone/>
            </a:pPr>
            <a:endParaRPr lang="en-US" sz="11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backend(claude)·front(pi) 병렬 조율</a:t>
            </a:r>
            <a:endParaRPr lang="en-US" sz="11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b=$(</a:t>
            </a:r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suf_by_title backend</a:t>
            </a:r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\</a:t>
            </a:r>
            <a:endParaRPr lang="en-US" sz="11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"GET /users 응답 스키마 한 줄")</a:t>
            </a:r>
            <a:endParaRPr lang="en-US" sz="11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f=$(</a:t>
            </a:r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suf_by_title frontend</a:t>
            </a:r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\</a:t>
            </a:r>
            <a:endParaRPr lang="en-US" sz="11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"위 스키마로 fetch 타입 한 줄: $b")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11091672" cy="16916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663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협업 시퀀스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5120640"/>
            <a:ext cx="365760" cy="36576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120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51023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34440" y="5394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에 계약 질의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200400" y="50749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0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520440" y="5120640"/>
            <a:ext cx="365760" cy="3657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3520440" y="5120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77640" y="51023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 (claude)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977640" y="5394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스키마 한 줄 → FIFO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943600" y="50749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0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263640" y="5120640"/>
            <a:ext cx="365760" cy="36576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5120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720840" y="51023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20840" y="5394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답을 frontend 에 전달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686800" y="50749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0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006840" y="5120640"/>
            <a:ext cx="365760" cy="36576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29" name="Text 27"/>
          <p:cNvSpPr/>
          <p:nvPr/>
        </p:nvSpPr>
        <p:spPr>
          <a:xfrm>
            <a:off x="9006840" y="5120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464040" y="51023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(pi)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64040" y="5394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타입 정의 한 줄 → FIFO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TAKEAWAYS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정리 — 규율 있는 이기종 협업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1672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73152" cy="9144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4767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cmux = 지휘 무대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89120" y="1947672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CLI/socket 으로 어떤 셸 에이전트든 여러 pane 을 동시에 띄우고 상태를 본다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52928"/>
            <a:ext cx="11091672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852928"/>
            <a:ext cx="73152" cy="9144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9718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 = 통신 규약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389120" y="297180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짧은 ack·조회·단일 명령만. FIFO 직통 + cap 으로 토큰 폭주를 구조적으로 차단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77056"/>
            <a:ext cx="11091672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877056"/>
            <a:ext cx="73152" cy="91440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9959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로 역할 추상화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389120" y="3995928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surface:N 대신 backend / frontend 이름으로 지목 — suf_by_title 한 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901184"/>
            <a:ext cx="11091672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901184"/>
            <a:ext cx="73152" cy="914400"/>
          </a:xfrm>
          <a:prstGeom prst="rect">
            <a:avLst/>
          </a:prstGeom>
          <a:solidFill>
            <a:srgbClr val="D29922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020056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이기종이 핵심 가치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389120" y="5020056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claude·pi·codex·antigravity 가 같은 workspace 에서 한 줄씩 주고받으며 협업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6080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한계  </a:t>
            </a:r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cross-workspace 미지원 · 사용자가 쓰는 surface 에 worker 금지 · LLM sidecar 는 permission-skip 모드 필요 · 응답 4KB 초과 truncate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cmux + suf 이기종 에이전트 오케스트레이션</dc:title>
  <dc:subject>PptxGenJS Presentation</dc:subject>
  <dc:creator>Hyun</dc:creator>
  <cp:lastModifiedBy>Hyun</cp:lastModifiedBy>
  <cp:revision>1</cp:revision>
  <dcterms:created xsi:type="dcterms:W3CDTF">2026-05-26T04:19:25Z</dcterms:created>
  <dcterms:modified xsi:type="dcterms:W3CDTF">2026-05-26T04:19:25Z</dcterms:modified>
</cp:coreProperties>
</file>